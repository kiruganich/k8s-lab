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9144000" cy="10058400"/>
  <p:notesSz cx="91440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80437" y="1791903"/>
            <a:ext cx="3403600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5809" y="2345623"/>
            <a:ext cx="3372381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freepdfconvert.com/membership" TargetMode="External"/><Relationship Id="rId3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/>
              <a:t>Kubernetes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2608287" y="2892926"/>
            <a:ext cx="39268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solidFill>
                  <a:srgbClr val="595959"/>
                </a:solidFill>
                <a:latin typeface="Arial"/>
                <a:cs typeface="Arial"/>
              </a:rPr>
              <a:t>Лабораторная</a:t>
            </a:r>
            <a:r>
              <a:rPr dirty="0" sz="2800" spc="-1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595959"/>
                </a:solidFill>
                <a:latin typeface="Arial"/>
                <a:cs typeface="Arial"/>
              </a:rPr>
              <a:t>работа</a:t>
            </a:r>
            <a:r>
              <a:rPr dirty="0" sz="2800" spc="-1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800" spc="-50">
                <a:solidFill>
                  <a:srgbClr val="595959"/>
                </a:solidFill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9475" y="1868537"/>
            <a:ext cx="1246151" cy="7009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Что</a:t>
            </a:r>
            <a:r>
              <a:rPr dirty="0" spc="-5"/>
              <a:t> </a:t>
            </a:r>
            <a:r>
              <a:rPr dirty="0"/>
              <a:t>такое </a:t>
            </a:r>
            <a:r>
              <a:rPr dirty="0" spc="-10"/>
              <a:t>Kubernetes?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0657" y="1397743"/>
            <a:ext cx="3571240" cy="11785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400">
                <a:latin typeface="Arial"/>
                <a:cs typeface="Arial"/>
              </a:rPr>
              <a:t>Only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two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pages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were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converted.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1400">
                <a:latin typeface="Arial"/>
                <a:cs typeface="Arial"/>
              </a:rPr>
              <a:t>Please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Sign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Up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convert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full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document.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u="sng" sz="1500" spc="-10" b="1">
                <a:solidFill>
                  <a:srgbClr val="2980B9"/>
                </a:solidFill>
                <a:uFill>
                  <a:solidFill>
                    <a:srgbClr val="2980B9"/>
                  </a:solidFill>
                </a:uFill>
                <a:latin typeface="Arial"/>
                <a:cs typeface="Arial"/>
                <a:hlinkClick r:id="rId2"/>
              </a:rPr>
              <a:t>www.freepdfconvert.com/membership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9875" y="933450"/>
            <a:ext cx="2152649" cy="3428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80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Лаба по Kubernetes</dc:title>
  <dcterms:created xsi:type="dcterms:W3CDTF">2026-04-14T21:09:53Z</dcterms:created>
  <dcterms:modified xsi:type="dcterms:W3CDTF">2026-04-14T21:09:53Z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2026-04-14T00:00:00Z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2026-04-14T00:00:00Z</vt:filetime>
  </property>
</Properties>
</file>